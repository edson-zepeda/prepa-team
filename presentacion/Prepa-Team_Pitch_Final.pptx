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Prepa-Team no es solo un modelo predictivo. Es una plataforma de control escolar que ayuda a directivos y estudiantes a identificar riesgo académico y decidir cuál es la intervención mínima más efectiva para mejorar.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solo saber quién va mal. El verdadero reto es saber qué hacer primero, con quién hacerlo y qué cambio mínimo puede mover al estudiante a una zona aceptable.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escuela ya genera datos. La oportunidad es usar esos datos para que el directivo no solo vea promedios, sino rutas de acción personalizadas.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Prepa-Team une el control escolar tradicional con un motor de intervención. El administrador carga y consulta información; el estudiante ve su desempeño y recibe planes concretos para mejorar.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diferencia clave es que el sistema no recomienda todo al mismo tiempo. Busca el menor cambio útil para mover al estudiante al siguiente nivel de riesgo.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está pensado para dos usuarios principales: quien administra la información escolar y quien necesita entender qué puede hacer para mejorar.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flujo está diseñado para una demo realista: cargar datos, consultar desempeño, identificar riesgo y mostrar acciones recomendadas.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pantalla permite que el directivo tenga una visión general. No reemplaza al tutor, pero ayuda a saber dónde enfocar atención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sistema usa variables académicas y de contexto escolar. Evitamos presentar variables sensibles en la experiencia del usuario y nos enfocamos en factores accionables.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alumno no ve términos técnicos como GPA. Todo se expresa en escala mexicana de 0 a 10 para que sea entendible y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parte más importante del proyecto. El sistema no busca que el estudiante cambie todo; busca el cambio mínimo que puede producir una mejora relevante.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todos los estudiantes tienen las mismas posibilidades. Por eso mostramos tres rutas: una de menor esfuerzo, una balanceada y una de mayor impacto.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Elegimos modelos interpretables porque el objetivo no es impresionar con complejidad, sino generar recomendaciones confiables y explicables.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Validamos que el modelo funciona y también analizamos sus límites. El sistema completo fue probado de punta a punta.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hallazgo no significa que las ausencias expliquen todo. Significa que son una señal muy fuerte para priorizar seguimiento académico.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demo ya funciona como sistema integrado: login, panel admin, portal alumno, carga de calificaciones y recomendaciones personalizadas.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una escuela, el valor no está en predecir por predecir. Está en priorizar recursos, enfocar tutorías y dar al estudiante una ruta clara para mejorar.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Prepa-Team ya demuestra viabilidad técnica y valor operativo. El siguiente paso natural es un piloto controlado con una escuela para medir utilidad real en seguimiento académico.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Sistema de Control Escolar con Intervención Mínima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Prepa-Team · Samsung Innovation Campus 2025-2026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47472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1828800"/>
            <a:ext cx="4754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1D1C"/>
                </a:solidFill>
              </a:rPr>
              <a:t>De datos escolares a planes concretos de mejora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>
                <a:solidFill>
                  <a:srgbClr val="1E1D1C"/>
                </a:solidFill>
              </a:defRPr>
            </a:pPr>
            <a:r>
              <a:t>Detecta riesgo académico con datos escolares.</a:t>
            </a:r>
          </a:p>
          <a:p>
            <a:pPr>
              <a:spcAft>
                <a:spcPts val="700"/>
              </a:spcAft>
              <a:defRPr sz="2200">
                <a:solidFill>
                  <a:srgbClr val="1E1D1C"/>
                </a:solidFill>
              </a:defRPr>
            </a:pPr>
            <a:r>
              <a:t>Prioriza acciones concretas por estudiante.</a:t>
            </a:r>
          </a:p>
          <a:p>
            <a:pPr>
              <a:spcAft>
                <a:spcPts val="700"/>
              </a:spcAft>
              <a:defRPr sz="2200">
                <a:solidFill>
                  <a:srgbClr val="1E1D1C"/>
                </a:solidFill>
              </a:defRPr>
            </a:pPr>
            <a:r>
              <a:t>Convierte seguimiento escolar en planes accionables.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057400"/>
            <a:ext cx="4251960" cy="214884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7" y="2221992"/>
            <a:ext cx="3849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Equipo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7" y="2624328"/>
            <a:ext cx="3849624" cy="1435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Edson Manuel Zepeda Chávez
Francisco Ricardo Moreno Sánchez
Alan Emir Martínez Espinosa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De predecir rendimiento a activar soluciones.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Las escuelas detectan tarde el riesgo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Cuando el problema ya es visible, muchas veces ya es tarde.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Las calificaciones muestran el resultado, no siempre la causa.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El seguimiento académico suele ser manual y reactivo.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No todos los estudiantes necesitan la misma intervención.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La escuela necesita priorizar tutorías y seguimiento.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El riesgo académico necesita acción temprana, no solo reportes.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Los datos escolares ya existen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Falta convertirlos en decisiones.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Calificaciones, ausencias y hábitos anticipan señales de riesgo.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La escuela puede intervenir antes si ordena esas señales.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La inteligencia artificial ayuda a priorizar acciones.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El valor está en recomendar acciones realistas.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Menos intuición aislada, más intervención basada en evidencia.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Prepa-Team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Sistema de control escolar con recomendaciones personalizadas.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Portal para directivos.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Portal para estudiantes.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Carga de calificaciones y reportes.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Planes de intervención mínima.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1453895"/>
            <a:ext cx="5596128" cy="4544568"/>
          </a:xfrm>
          <a:prstGeom prst="round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97379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Una plataforma escolar que no solo informa: guía.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No damos consejos genéricos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Calculamos el cambio mínimo necesario.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No dice solo: estudia más.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Responde qué cambio exacto ayuda a salir de riesgo.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Compara planes por esfuerzo e impacto.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Prioriza acciones alcanzables.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331720" cy="224028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993392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2395728"/>
            <a:ext cx="1929384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“Estudia más.”
“Falta menos.”
Consejos generales.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331720" cy="224028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25128" y="1993392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Prepa-Team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2395728"/>
            <a:ext cx="1929384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Reducir ausencias de 8 a 4.
Sumar 2 h de estudio.
Impacto estimado.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No más recomendaciones vagas. Planes concretos.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Dos perfiles, una misma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Decisiones escolares más claras.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Directivo: gestiona alumnos, materias y calificaciones.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Estudiante: consulta desempeño y plan de mejora.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Escuela: identifica prioridades.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Tutoría: enfoca recursos donde más impactan.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83080"/>
            <a:ext cx="2331720" cy="246888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947672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Directivo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2350008"/>
            <a:ext cx="1929384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Administra alumnos.
Carga calificaciones.
Revisa reportes.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83080"/>
            <a:ext cx="2331720" cy="246888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25128" y="1947672"/>
            <a:ext cx="19293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Alumno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2350008"/>
            <a:ext cx="1929384" cy="1755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Consulta promedio.
Ve factores.
Sigue un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Información útil para quien decide y para quien actúa.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De la calificación a la intervención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Un flujo simple para uso escolar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Registrar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61488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Completar perfil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Calcular riesgo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Generar planes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28047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5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5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Priorizar seguimiento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Registrar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99232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Completar perfil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75504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6672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Calcular riesgo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4032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51775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52944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52944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Generar planes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28047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29215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9215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Priorizar seguimiento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Un proceso claro, repetible y fácil de explicar.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Panel Directivo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Vista rápida del estado académico.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Total de alumnos y promedio general.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Perfiles incompletos y alumnos en riesgo.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Accesos a alumnos, materias y calificaciones.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Seguimiento por alumno.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1453895"/>
            <a:ext cx="5596128" cy="4544568"/>
          </a:xfrm>
          <a:prstGeom prst="round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97379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Visibilidad institucional en una sola pantalla.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Perfil Del Alumno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Datos académicos para personalizar recomendaciones.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Edad, horas de estudio y ausencias.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Tutoría, apoyo familiar y actividades.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Variables sensibles fuera de recomendaciones.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Lenguaje claro para estudiantes y directivos.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1453895"/>
            <a:ext cx="5596128" cy="4544568"/>
          </a:xfrm>
          <a:prstGeom prst="round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udent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97379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Personalización sin invadir.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Estado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Promedio, probabilidad y nivel actual.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Promedio escolar real.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Promedio estimado en escala mexicana.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Probabilidad de buen rendimiento.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Nivel académico y plan principal.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1453895"/>
            <a:ext cx="5596128" cy="4544568"/>
          </a:xfrm>
          <a:prstGeom prst="round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97379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Métricas claras para tomar acción.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Plan Mínimo De Mejora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El menor cambio con impacto esperado.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Cambio necesario para subir de nivel.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Acciones con cantidad concreta.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Impacto estimado.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Esfuerzo requerido.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1453895"/>
            <a:ext cx="5596128" cy="4544568"/>
          </a:xfrm>
          <a:prstGeom prst="round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897379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mejor intervención no siempre es la más grande.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Tres Rutas De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La escuela puede elegir según contexto.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Menor esfuerzo.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Plan balanceado.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Mayor impacto.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Cada plan muestra acciones, impacto y esfuerzo.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45920"/>
            <a:ext cx="1691640" cy="283464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810512"/>
            <a:ext cx="12893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Mínimo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2212848"/>
            <a:ext cx="1289304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Menor esfuerzo para subir de nivel.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645920"/>
            <a:ext cx="1691640" cy="283464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810512"/>
            <a:ext cx="12893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Balanceado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2212848"/>
            <a:ext cx="1289304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Mejor relación impacto-esfuerzo.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21240" y="1645920"/>
            <a:ext cx="1691640" cy="283464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22408" y="1810512"/>
            <a:ext cx="12893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Impacto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2408" y="2212848"/>
            <a:ext cx="1289304" cy="21214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Máxima mejora estimada.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Recomendaciones flexibles, no recetas únicas.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Base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Modelos simples, interpretables y validados.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Dataset académico estructurado.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Preprocesamiento reproducible.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Regresión lineal para promedio estimado.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Clasificador calibrado para buen rendimiento.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3464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99923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0156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314553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283464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99923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0156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Preproceso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14553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83464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99923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340156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314553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1775" y="283464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299923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340156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Riesgo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14553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8047" y="283464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5" y="299923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5" y="340156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Planes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Rigor técnico al servicio de decisiones escolares.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El sistema fue probado antes de llevarlo a la web.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Regresión estable en datos no vistos.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Clasificación con alta separación de rendimiento.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API validada en escala mexicana 0-10.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Smoke test: login, predicción, reportes y CSV.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1453895"/>
            <a:ext cx="5596128" cy="4544568"/>
          </a:xfrm>
          <a:prstGeom prst="round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260690"/>
            <a:ext cx="5486400" cy="29309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La confianza viene de medir, comparar y explicar.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Las Ausencias Pesan Mucho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No es solo una variable: es una señal temprana.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Al quitar ausencias, el rendimiento del modelo cae.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Esto confirma su importancia como factor de riesgo.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La plataforma convierte esa señal en intervención.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No se interpreta como causa única.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1453895"/>
            <a:ext cx="5596128" cy="4544568"/>
          </a:xfrm>
          <a:prstGeom prst="roundRect">
            <a:avLst/>
          </a:prstGeom>
          <a:solidFill>
            <a:srgbClr val="F8FAFC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_ablation_abs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243666"/>
            <a:ext cx="5486400" cy="29650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Detectar señales tempranas permite actuar antes.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Arquitectura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Demo funcional lista para escalar.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Backend con FastAPI.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SQLite para la demo.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Frontend HTML, CSS y JavaScript.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Control de acceso por 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Usuario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1775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054096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28047" y="274320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29215" y="290779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9215" y="331012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16052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</a:rPr>
              <a:t>Recomendaciones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Una demo real, no solo un notebook.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Impacto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Mejor priorización, mejor seguimiento.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Reduce detección tardía de riesgo.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Ayuda a orientar tutorías.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Da claridad al estudiante.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Puede integrarse a procesos escolares existentes.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45920"/>
            <a:ext cx="2377440" cy="2560320"/>
          </a:xfrm>
          <a:prstGeom prst="round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810512"/>
            <a:ext cx="1975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1928" y="2212848"/>
            <a:ext cx="1975104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Detección tardía.
Revisión manual.
Recomendaciones vagas.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377440" cy="25603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25128" y="1810512"/>
            <a:ext cx="197510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Con Prepa-Team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5128" y="2212848"/>
            <a:ext cx="1975104" cy="1847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Prioridad clara.
Planes concretos.
Seguimiento medible.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Decisiones escolares más rápidas, claras y accionables.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411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6112" y="301752"/>
            <a:ext cx="9326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E1D1C"/>
                </a:solidFill>
              </a:rPr>
              <a:t>Próximo Paso: Piloto 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Validar impacto en un entorno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98448"/>
            <a:ext cx="19202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46634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Ejecutar piloto con un grupo pequeño.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Comparar seguimiento tradicional contra plataforma.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Ajustar mensajes con retroalimentación docente.</a:t>
            </a:r>
          </a:p>
          <a:p>
            <a:pPr>
              <a:spcAft>
                <a:spcPts val="700"/>
              </a:spcAft>
              <a:defRPr sz="2100">
                <a:solidFill>
                  <a:srgbClr val="1E1D1C"/>
                </a:solidFill>
              </a:defRPr>
            </a:pPr>
            <a:r>
              <a:t>Preparar versión escalable institucional.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95351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5584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Demo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3099815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278892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95351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5584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Piloto escolar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099815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75504" y="278892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95351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335584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Validación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3099815"/>
            <a:ext cx="310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51775" y="2788920"/>
            <a:ext cx="1874519" cy="960120"/>
          </a:xfrm>
          <a:prstGeom prst="roundRect">
            <a:avLst/>
          </a:prstGeom>
          <a:solidFill>
            <a:srgbClr val="E0F6F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2953512"/>
            <a:ext cx="14721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1E1D1C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3355848"/>
            <a:ext cx="1472184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5C5B58"/>
                </a:solidFill>
              </a:rPr>
              <a:t>Escalamiento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6080760"/>
            <a:ext cx="10835640" cy="475488"/>
          </a:xfrm>
          <a:prstGeom prst="roundRect">
            <a:avLst/>
          </a:prstGeom>
          <a:solidFill>
            <a:srgbClr val="1E1D1C"/>
          </a:solidFill>
          <a:ln>
            <a:solidFill>
              <a:srgbClr val="1E1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172200"/>
            <a:ext cx="10378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De demo funcional a herramienta institucional.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